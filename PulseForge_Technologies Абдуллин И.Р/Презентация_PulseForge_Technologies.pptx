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BF5E8-0C05-47A6-8685-5C7C30F01F49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C2D09-EDC9-476F-9F48-499854412C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69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C2D09-EDC9-476F-9F48-499854412C7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029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058400" cy="10972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4000" b="1">
                <a:solidFill>
                  <a:srgbClr val="F2F5FB"/>
                </a:solidFill>
                <a:latin typeface="Aptos"/>
              </a:defRPr>
            </a:pPr>
            <a:r>
              <a:t>PulseForge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60604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300" b="1">
                <a:solidFill>
                  <a:srgbClr val="4E86FF"/>
                </a:solidFill>
                <a:latin typeface="Aptos"/>
              </a:defRPr>
            </a:pPr>
            <a:r>
              <a:t>Учебный веб-сайт IT-компании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9601200" cy="877163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0">
                <a:solidFill>
                  <a:srgbClr val="9BA8BB"/>
                </a:solidFill>
                <a:latin typeface="Aptos"/>
              </a:defRPr>
            </a:pPr>
            <a:r>
              <a:rPr dirty="0"/>
              <a:t>Python · Flask · SQLite · HTML · CSS</a:t>
            </a:r>
            <a:br>
              <a:rPr dirty="0"/>
            </a:br>
            <a:r>
              <a:rPr dirty="0" err="1"/>
              <a:t>Автор</a:t>
            </a:r>
            <a:r>
              <a:rPr dirty="0"/>
              <a:t>: __________</a:t>
            </a:r>
            <a:r>
              <a:rPr lang="ru-RU" dirty="0"/>
              <a:t>Абдуллин И.Р</a:t>
            </a:r>
            <a:r>
              <a:rPr dirty="0"/>
              <a:t>__________</a:t>
            </a:r>
            <a:br>
              <a:rPr dirty="0"/>
            </a:br>
            <a:r>
              <a:rPr dirty="0" err="1"/>
              <a:t>Группа</a:t>
            </a:r>
            <a:r>
              <a:rPr dirty="0"/>
              <a:t>: __________</a:t>
            </a:r>
            <a:r>
              <a:rPr lang="ru-RU" dirty="0"/>
              <a:t>ИСИП 25-11-1</a:t>
            </a:r>
            <a:r>
              <a:rPr dirty="0"/>
              <a:t>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8932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100" b="1">
                <a:solidFill>
                  <a:srgbClr val="4E86FF"/>
                </a:solidFill>
                <a:latin typeface="Aptos"/>
              </a:defRPr>
            </a:pPr>
            <a:r>
              <a:t>DIGITAL SOLUTIONS /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0">
                <a:solidFill>
                  <a:srgbClr val="9BA8B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070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900" b="1">
                <a:solidFill>
                  <a:srgbClr val="F2F5FB"/>
                </a:solidFill>
                <a:latin typeface="Aptos"/>
              </a:defRPr>
            </a:pPr>
            <a:r>
              <a:t>Цель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25296"/>
            <a:ext cx="731520" cy="50292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01368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F2F5FB"/>
                </a:solidFill>
                <a:latin typeface="Aptos"/>
              </a:defRPr>
            </a:pPr>
            <a:r>
              <a:t>Создать сайт IT-компании в современном тёмном стиле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51176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441448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Показать услуги и информацию о компании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00984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191256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Реализовать форму обратной связи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050792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Сохранять сообщения в базе данных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0">
                <a:solidFill>
                  <a:srgbClr val="9BA8B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070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900" b="1">
                <a:solidFill>
                  <a:srgbClr val="F2F5FB"/>
                </a:solidFill>
                <a:latin typeface="Aptos"/>
              </a:defRPr>
            </a:pPr>
            <a:r>
              <a:t>Использованные технологии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25296"/>
            <a:ext cx="731520" cy="50292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01368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F2F5FB"/>
                </a:solidFill>
                <a:latin typeface="Aptos"/>
              </a:defRPr>
            </a:pPr>
            <a:r>
              <a:t>Python — серверная логика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51176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441448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Flask — маршруты и обработка запросов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00984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191256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HTML и CSS — структура и дизайн страниц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050792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SQLite — хранение услуг и обращений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0">
                <a:solidFill>
                  <a:srgbClr val="9BA8B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070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900" b="1">
                <a:solidFill>
                  <a:srgbClr val="F2F5FB"/>
                </a:solidFill>
                <a:latin typeface="Aptos"/>
              </a:defRPr>
            </a:pPr>
            <a:r>
              <a:t>Структура сайта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25296"/>
            <a:ext cx="731520" cy="50292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01368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F2F5FB"/>
                </a:solidFill>
                <a:latin typeface="Aptos"/>
              </a:defRPr>
            </a:pPr>
            <a:r>
              <a:t>Главная — краткая презентация компании и услуги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51176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441448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О компании — миссия, подход и технологии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00984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191256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Контакты — форма обратной связи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050792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/admin — учебная страница просмотра сообщений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0">
                <a:solidFill>
                  <a:srgbClr val="9BA8B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070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900" b="1">
                <a:solidFill>
                  <a:srgbClr val="F2F5FB"/>
                </a:solidFill>
                <a:latin typeface="Aptos"/>
              </a:defRPr>
            </a:pPr>
            <a:r>
              <a:t>База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25296"/>
            <a:ext cx="731520" cy="50292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01368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F2F5FB"/>
                </a:solidFill>
                <a:latin typeface="Aptos"/>
              </a:defRPr>
            </a:pPr>
            <a:r>
              <a:t>services — название, описание и цена услуги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51176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441448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messages — имя, email, текст и дата обращения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00984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191256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organization.db создаётся автоматически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050792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Данные формы сохраняются параметризованным SQL-запросом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0">
                <a:solidFill>
                  <a:srgbClr val="9BA8B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070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900" b="1">
                <a:solidFill>
                  <a:srgbClr val="F2F5FB"/>
                </a:solidFill>
                <a:latin typeface="Aptos"/>
              </a:defRPr>
            </a:pPr>
            <a:r>
              <a:t>Демонстрация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25296"/>
            <a:ext cx="731520" cy="50292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01368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F2F5FB"/>
                </a:solidFill>
                <a:latin typeface="Aptos"/>
              </a:defRPr>
            </a:pPr>
            <a:r>
              <a:t>Запустить: python app.py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51176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441448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Открыть: http://127.0.0.1:5000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00984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191256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Отправить тестовое сообщение в разделе «Контакты»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050792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Проверить запись на странице /admin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0">
                <a:solidFill>
                  <a:srgbClr val="9BA8B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070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900" b="1">
                <a:solidFill>
                  <a:srgbClr val="F2F5FB"/>
                </a:solidFill>
                <a:latin typeface="Aptos"/>
              </a:defRPr>
            </a:pPr>
            <a:r>
              <a:t>Безопасность и ограничения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25296"/>
            <a:ext cx="731520" cy="50292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01368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F2F5FB"/>
                </a:solidFill>
                <a:latin typeface="Aptos"/>
              </a:defRPr>
            </a:pPr>
            <a:r>
              <a:t>Страница /admin не защищена паролем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51176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441448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Сайт предназначен для локальной демонстрации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00984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191256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Для публикации нужны авторизация и настройки безопасности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050792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Не использовать реальные 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0">
                <a:solidFill>
                  <a:srgbClr val="9BA8B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070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900" b="1">
                <a:solidFill>
                  <a:srgbClr val="F2F5FB"/>
                </a:solidFill>
                <a:latin typeface="Aptos"/>
              </a:defRPr>
            </a:pPr>
            <a: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25296"/>
            <a:ext cx="731520" cy="50292"/>
          </a:xfrm>
          <a:prstGeom prst="rect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01368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F2F5FB"/>
                </a:solidFill>
                <a:latin typeface="Aptos"/>
              </a:defRPr>
            </a:pPr>
            <a:r>
              <a:t>Создан многостраничный сайт IT-компании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51176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441448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Реализовано взаимодействие Flask и SQLite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00984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191256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Работает сохранение обращений из формы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050792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Проект можно расширить авторизацией и управлением услугами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800600"/>
            <a:ext cx="146304" cy="146304"/>
          </a:xfrm>
          <a:prstGeom prst="ellipse">
            <a:avLst/>
          </a:prstGeom>
          <a:solidFill>
            <a:srgbClr val="4E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4690872"/>
            <a:ext cx="9875520" cy="56692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0">
                <a:solidFill>
                  <a:srgbClr val="9BA8BB"/>
                </a:solidFill>
                <a:latin typeface="Aptos"/>
              </a:defRPr>
            </a:pPr>
            <a:r>
              <a:t>Спасибо за внимание!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000" b="0">
                <a:solidFill>
                  <a:srgbClr val="9BA8B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0B10BE-9921-44FC-BE8A-79C14FC9F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4E7171-AC25-4F16-8BB4-759624FDA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02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CD6397-356F-41AA-9B24-60E297FEA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35879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377BC6-67D3-41CA-A234-2474F96F4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879" y="0"/>
            <a:ext cx="7050066" cy="703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232</Words>
  <Application>Microsoft Office PowerPoint</Application>
  <PresentationFormat>Широкоэкранный</PresentationFormat>
  <Paragraphs>49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Idel Abdullin</cp:lastModifiedBy>
  <cp:revision>3</cp:revision>
  <dcterms:created xsi:type="dcterms:W3CDTF">2013-01-27T09:14:16Z</dcterms:created>
  <dcterms:modified xsi:type="dcterms:W3CDTF">2026-10-19T14:01:46Z</dcterms:modified>
  <cp:category/>
</cp:coreProperties>
</file>